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8024-1DA0-11CC-0C81-76A342920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A52C9-7907-2E30-A272-E837072B3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E2F07-F907-FD90-3164-7CE004D5F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66F55-0056-44A6-4C6B-5E20C6091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9A918-9D1D-AC43-0BFA-5D28F950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8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B47F-10B5-BAF3-7DB3-8DA8E56C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1B02-B642-CC3F-A33D-DB4E9202B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AAAB-5DFB-6488-40B0-905B501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08965-9AC6-F9F6-9C00-796A3682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C793C-ECF2-A7C8-A0F2-7961FC52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7C94-D547-C20F-2AF2-F549C004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3C243-B61E-B5C2-EA66-02BE8C363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E97C0-FE21-AE82-E3AC-5B8A0E15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C0DF-D474-CB46-EDF6-A0A3676F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584A9-9FDE-30AD-4560-A32DFE99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3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A3D4-8BFC-652A-28F4-ED5D6BC2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2C1A-7800-9CA9-69A4-698A8C580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93887-69C0-F874-E086-8F7E6DFAD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49E9E-0EAD-E7E0-7319-D40237D3F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FCB00-DEFA-78D7-E615-C0F4DDDC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2434B-091F-F5D3-C685-A4BBB1A4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8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154B-EC66-AE86-AA2D-EAB8ABA6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4C08F-C43D-68C7-7827-3E85D8849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0D351-CF5A-8075-42C0-ACBB34B17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F7431-243E-7820-D20A-53348316B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B5507-61D7-9F02-B0A6-A7FA12335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AD66FA-03D8-4701-505B-0838012D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9E4E5-C1A5-58CF-2D80-24446017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6F76D-FA79-519E-97D9-8D5794EA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16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F703-6041-5007-83B3-0F928FA2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F7B84-9D29-7366-FD9B-144A8916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C4C9C-AC42-E89C-D226-72EA90C0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1F8DF-2EE0-193A-3206-9E17DBFF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59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79FF5-87FC-9445-9BF8-C759D9D1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3577E-7D2E-9AE3-2596-6D236214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54EC6-86A7-A4E6-0801-2335DDF9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91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252D-516F-08EC-9937-AEEC12E5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030E8-7004-A468-A3AF-E601B6E07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03346-4006-D9A0-09EE-2B9F7C40D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E904D-7FC7-3B4D-8E34-1270AC9E3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6B03D-E5B0-6EC8-05CE-7300F95E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1FC26-A8CA-2CAF-E9F9-402C4AF4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4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6D8F-629C-D5BC-E691-D78FCC2D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771C1-96FF-90CF-594D-42530528E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445F3-C4EB-5750-2E31-7CEDC6249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5B7B4-7E5E-0833-3E6E-1598E805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526EA-E7F6-0F3C-EEB0-DFE9956C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0C9FA-211C-4FFC-74ED-734D3A37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A7B4-DD73-CAE0-8C66-6B6CC266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A2A9A-AD62-5AB8-A575-FD2392B46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4C511-09BE-E55A-837E-91103AB1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EB17F-2FA3-95AF-DA11-9CA21C1C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6C6EB-E6A0-CE4A-3E94-4E88ED0E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20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72970E-9D6F-C271-CD1C-041457B3B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7DED7-5353-0B04-74AF-E3C733C25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4AA8-0AE2-701F-290B-794DDA93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EF88C-D286-5406-8074-085E3BA8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2300C-1A3F-5176-32CC-E3373672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5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1F492-F26A-42B5-8867-7CBB4B30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F6C0E-3079-5A55-11AF-3D311EAD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BC83-52A7-7BBA-FD01-E97B7AAF6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891A6-CB54-403C-9287-9D040C2212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ACB6-8223-D51B-FC2B-84A91FAD4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9F2ED-C433-1B28-86BA-BDD629362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D33FB-9176-4DA7-A244-60DCCE837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4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7DBB-7976-149A-4D99-C384299E2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9209"/>
            <a:ext cx="9144000" cy="211147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08CD5-33AF-7318-1102-5E8D6B670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6323"/>
            <a:ext cx="9144000" cy="211147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IN" sz="7000" dirty="0"/>
              <a:t>Quest.AI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Abhishek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Muzammil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Priyanka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Shaun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Aldrich</a:t>
            </a:r>
          </a:p>
        </p:txBody>
      </p:sp>
    </p:spTree>
    <p:extLst>
      <p:ext uri="{BB962C8B-B14F-4D97-AF65-F5344CB8AC3E}">
        <p14:creationId xmlns:p14="http://schemas.microsoft.com/office/powerpoint/2010/main" val="326563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82A1-160E-3DC2-85E9-D974A971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1BA04-7155-96CE-A230-92168EC7F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24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C1F2-E4CB-DEEE-CE64-7DE2BEAC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EB2663-E4A8-5609-85B9-39EAB194EED9}"/>
              </a:ext>
            </a:extLst>
          </p:cNvPr>
          <p:cNvSpPr/>
          <p:nvPr/>
        </p:nvSpPr>
        <p:spPr>
          <a:xfrm>
            <a:off x="1111045" y="2261419"/>
            <a:ext cx="1415845" cy="6489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rect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DE534E-9EFD-1BC4-DA45-9D6EF2446196}"/>
              </a:ext>
            </a:extLst>
          </p:cNvPr>
          <p:cNvCxnSpPr/>
          <p:nvPr/>
        </p:nvCxnSpPr>
        <p:spPr>
          <a:xfrm>
            <a:off x="1573161" y="4149213"/>
            <a:ext cx="1789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B3A43E8-8C63-BE83-BBC0-FF6C9932AAD6}"/>
              </a:ext>
            </a:extLst>
          </p:cNvPr>
          <p:cNvSpPr/>
          <p:nvPr/>
        </p:nvSpPr>
        <p:spPr>
          <a:xfrm>
            <a:off x="3529781" y="2261419"/>
            <a:ext cx="1258529" cy="80624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test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4ED139D4-A1B6-3421-7BE8-E53C5A1FA25F}"/>
              </a:ext>
            </a:extLst>
          </p:cNvPr>
          <p:cNvSpPr/>
          <p:nvPr/>
        </p:nvSpPr>
        <p:spPr>
          <a:xfrm>
            <a:off x="5142271" y="3429000"/>
            <a:ext cx="1514168" cy="1084006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test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94E89D74-B2B1-E514-8639-AA9AF74B12D9}"/>
              </a:ext>
            </a:extLst>
          </p:cNvPr>
          <p:cNvSpPr/>
          <p:nvPr/>
        </p:nvSpPr>
        <p:spPr>
          <a:xfrm>
            <a:off x="6818672" y="3581400"/>
            <a:ext cx="1514168" cy="1084006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60052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Daisy D'Silva</dc:creator>
  <cp:lastModifiedBy>Daisy D'Silva</cp:lastModifiedBy>
  <cp:revision>1</cp:revision>
  <dcterms:created xsi:type="dcterms:W3CDTF">2025-11-19T01:55:41Z</dcterms:created>
  <dcterms:modified xsi:type="dcterms:W3CDTF">2025-11-19T01:55:53Z</dcterms:modified>
</cp:coreProperties>
</file>